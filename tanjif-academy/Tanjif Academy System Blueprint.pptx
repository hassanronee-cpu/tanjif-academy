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612" y="2319337"/>
            <a:ext cx="2390775" cy="3905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5457" y="2900362"/>
            <a:ext cx="8681085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b="1" sz="4800" i="0" u="none">
                <a:solidFill>
                  <a:srgbClr val="FBBF24"/>
                </a:solidFill>
                <a:latin typeface="Hind Siliguri"/>
              </a:rPr>
              <a:t>তানজিফ একাডেমি</a:t>
            </a:r>
            <a:r>
              <a:rPr b="1" sz="4800" i="0" u="none">
                <a:solidFill>
                  <a:srgbClr val="F8FAFC"/>
                </a:solidFill>
                <a:latin typeface="Hind Siliguri"/>
              </a:rPr>
              <a:t> প্রজেক্ট রূপরেখা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2150" y="3822352"/>
            <a:ext cx="82677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94A3B8"/>
                </a:solidFill>
                <a:latin typeface="Hind Siliguri"/>
              </a:rPr>
              <a:t>মেশিন সেটআপ, মেম্বারশিপ সাইন-ইন পোর্টাল এবং লোকাল টেস্ট রান ডেক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100" y="2439292"/>
            <a:ext cx="685800" cy="3905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05501" y="2925067"/>
            <a:ext cx="7980997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FBBF24"/>
                </a:solidFill>
                <a:latin typeface="Hind Siliguri"/>
              </a:rPr>
              <a:t>আর্কিটেকচার এবং ইউজার ফ্লো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95525" y="4144267"/>
            <a:ext cx="76009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Hind Siliguri"/>
              </a:rPr>
              <a:t>তানজিফ একাডেমি পোর্টালের ব্যাকএন্ড ও ফ্রন্টএন্ড যেভাবে ডেটা আদান-প্রদান করে সম্পূর্ণ লগইন ও ওটিপি চক্র সম্পন্ন করবে।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2550765"/>
            <a:ext cx="3359199" cy="29450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474" y="2550765"/>
            <a:ext cx="3359199" cy="29450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1424" y="2550765"/>
            <a:ext cx="3359199" cy="29450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BBF24"/>
                </a:solidFill>
                <a:latin typeface="Hind Siliguri"/>
              </a:rPr>
              <a:t>সিস্টেমের মূল তিন স্তম্ভ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1209675"/>
            <a:ext cx="106489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Hind Siliguri"/>
              </a:rPr>
              <a:t>টিভি এবং অনলাইন সিকিউরিটি নিশ্চিত করে একটি সমৃদ্ধ ক্লাসরুম গড়ে তোলা</a:t>
            </a:r>
          </a:p>
        </p:txBody>
      </p:sp>
      <p:sp>
        <p:nvSpPr>
          <p:cNvPr id="8" name="Rectangle 7"/>
          <p:cNvSpPr/>
          <p:nvPr/>
        </p:nvSpPr>
        <p:spPr>
          <a:xfrm>
            <a:off x="2432074" y="2560287"/>
            <a:ext cx="38100" cy="2925965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6800" y="3588990"/>
            <a:ext cx="2907082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F8FAFC"/>
                </a:solidFill>
                <a:latin typeface="Hind Siliguri SemiBold"/>
              </a:rPr>
              <a:t>নিরাপদ ওটিপি সিস্টেম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4103340"/>
            <a:ext cx="2768649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Hind Siliguri"/>
              </a:rPr>
              <a:t>ইউজার যখনই ফর্ম ফিলাপ করবেন, তার মেইলে নোডমেইলার (Nodemailer) দিয়ে সাথে সাথে একটি ওয়ান-টাইম পাসওয়ার্ড চলে যাবে।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77024" y="2560287"/>
            <a:ext cx="38100" cy="2925965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11749" y="3588990"/>
            <a:ext cx="2907082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F8FAFC"/>
                </a:solidFill>
                <a:latin typeface="Hind Siliguri SemiBold"/>
              </a:rPr>
              <a:t>ইউনিক মেম্বারশিপ আইডি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1749" y="4103340"/>
            <a:ext cx="2768649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Hind Siliguri"/>
              </a:rPr>
              <a:t>সফল ওটিপি ভেরিফিকেশনের পর আমাদের নোড জেএস সার্ভার ১০-ডিজিটের সম্পূর্ণ ইউনিক আলফা-নিউমেরিক আইডি জেনারেট করবে।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21974" y="2560287"/>
            <a:ext cx="38100" cy="2925965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699" y="3588990"/>
            <a:ext cx="2907082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F8FAFC"/>
                </a:solidFill>
                <a:latin typeface="Hind Siliguri SemiBold"/>
              </a:rPr>
              <a:t>বিশাল জ্ঞানের উদ্যান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699" y="4103340"/>
            <a:ext cx="2768649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Hind Siliguri"/>
              </a:rPr>
              <a:t>এখানে ইউজাররা স্টাডি মেটেরিয়াল ডাউনলোড করতে পারবেন, চমৎকার প্রোডাক্টিভ ব্লগ পড়তে পারবেন এবং লাইব্রেরি এক্সেস করতে পারবেন।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" y="2931765"/>
            <a:ext cx="342900" cy="3429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1749" y="2931765"/>
            <a:ext cx="390525" cy="3429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6699" y="2931765"/>
            <a:ext cx="390525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6385" y="2213520"/>
            <a:ext cx="4624089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BBF24"/>
                </a:solidFill>
                <a:latin typeface="Hind Siliguri"/>
              </a:rPr>
              <a:t>এনভায়রনমেন্ট ও নোড জেএস সেটআপ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1209675"/>
            <a:ext cx="106489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Hind Siliguri"/>
              </a:rPr>
              <a:t>কমান্ড প্রম্পট এবং ডিপেন্ডেন্সি সংক্রান্ত প্রাথমিক সমস্যার নিখুঁত সমাধান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2568922"/>
            <a:ext cx="5548610" cy="5581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Hind Siliguri"/>
              </a:rPr>
              <a:t>আমরা প্রথম ধাপে </a:t>
            </a:r>
            <a:r>
              <a:rPr b="0" sz="1350" i="0" u="none">
                <a:solidFill>
                  <a:srgbClr val="CBD5E1"/>
                </a:solidFill>
                <a:latin typeface="Hind Siliguri"/>
              </a:rPr>
              <a:t>image_581c5e.png</a:t>
            </a:r>
            <a:r>
              <a:rPr b="0" sz="1350" i="0" u="none">
                <a:solidFill>
                  <a:srgbClr val="CBD5E1"/>
                </a:solidFill>
                <a:latin typeface="Hind Siliguri"/>
              </a:rPr>
              <a:t> স্ক্রিনশটে দেখেছি যে নোড ইনস্টল না থাকায় </a:t>
            </a:r>
            <a:r>
              <a:rPr b="1" sz="1350" i="0" u="none">
                <a:solidFill>
                  <a:srgbClr val="CBD5E1"/>
                </a:solidFill>
                <a:latin typeface="Hind Siliguri"/>
              </a:rPr>
              <a:t>'npm is not recognized'</a:t>
            </a:r>
            <a:r>
              <a:rPr b="0" sz="1350" i="0" u="none">
                <a:solidFill>
                  <a:srgbClr val="CBD5E1"/>
                </a:solidFill>
                <a:latin typeface="Hind Siliguri"/>
              </a:rPr>
              <a:t> ইরর এসেছিল।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7275" y="3317527"/>
            <a:ext cx="526286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Hind Siliguri"/>
              </a:rPr>
              <a:t>Node.js ইনস্টলেশন:</a:t>
            </a:r>
            <a:r>
              <a:rPr b="0" sz="1350" i="0" u="none">
                <a:solidFill>
                  <a:srgbClr val="CBD5E1"/>
                </a:solidFill>
                <a:latin typeface="Hind Siliguri"/>
              </a:rPr>
              <a:t> Node.js LTS ইনস্টল করার মাধ্যমে আমরা সিস্টেমে রানটাইম ও প্যাকেজ ম্যানেজার (NPM) চালু করেছি।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7275" y="4037558"/>
            <a:ext cx="526286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Hind Siliguri"/>
              </a:rPr>
              <a:t>টার্মিনাল রিস্টার্ট:</a:t>
            </a:r>
            <a:r>
              <a:rPr b="0" sz="1350" i="0" u="none">
                <a:solidFill>
                  <a:srgbClr val="CBD5E1"/>
                </a:solidFill>
                <a:latin typeface="Hind Siliguri"/>
              </a:rPr>
              <a:t> পিসি রিস্টার্ট ও নতুন সিএমডি চালুর পর উইন্ডোজ প্যাথ (PATH) আপডেট হয়ে সিস্টেম সক্রিয় হয়েছে।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275" y="4757588"/>
            <a:ext cx="526286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Hind Siliguri"/>
              </a:rPr>
              <a:t>সাপোর্টিং টুলস:</a:t>
            </a:r>
            <a:r>
              <a:rPr b="0" sz="1350" i="0" u="none">
                <a:solidFill>
                  <a:srgbClr val="CBD5E1"/>
                </a:solidFill>
                <a:latin typeface="Hind Siliguri"/>
              </a:rPr>
              <a:t> পাইথন ও চকোলেটি সহ প্রয়োজনীয় লাইব্রেরি ইনস্টল হয়ে সিস্টেমকে ভবিষ্যতের ডাটাবেজ কম্পাইল করার উপযোগী করেছে।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91660" y="3009900"/>
            <a:ext cx="4033539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ADE80"/>
                </a:solidFill>
                <a:latin typeface="monospace"/>
              </a:rPr>
              <a:t>&gt; node -v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91660" y="3348930"/>
            <a:ext cx="4033539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monospace"/>
              </a:rPr>
              <a:t>v20.11.0 (Successfully Verified)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91660" y="3783210"/>
            <a:ext cx="4033539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ADE80"/>
                </a:solidFill>
                <a:latin typeface="monospace"/>
              </a:rPr>
              <a:t>&gt; npm install express nodemailer cors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91660" y="4122241"/>
            <a:ext cx="403353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A78BFA"/>
                </a:solidFill>
                <a:latin typeface="monospace"/>
              </a:rPr>
              <a:t>+ express@4.18.2</a:t>
            </a:r>
            <a:r>
              <a:t>
</a:t>
            </a:r>
            <a:r>
              <a:rPr b="0" sz="1125" i="0" u="none">
                <a:solidFill>
                  <a:srgbClr val="A78BFA"/>
                </a:solidFill>
                <a:latin typeface="monospace"/>
              </a:rPr>
              <a:t> + nodemailer@6.9.9</a:t>
            </a:r>
            <a:r>
              <a:t>
</a:t>
            </a:r>
            <a:r>
              <a:rPr b="0" sz="1125" i="0" u="none">
                <a:solidFill>
                  <a:srgbClr val="A78BFA"/>
                </a:solidFill>
                <a:latin typeface="monospace"/>
              </a:rPr>
              <a:t> + cors@2.8.5</a:t>
            </a:r>
            <a:r>
              <a:t>
</a:t>
            </a:r>
            <a:r>
              <a:rPr b="0" sz="1125" i="0" u="none">
                <a:solidFill>
                  <a:srgbClr val="A78BFA"/>
                </a:solidFill>
                <a:latin typeface="monospace"/>
              </a:rPr>
              <a:t> [Success] dependencies compiled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3336577"/>
            <a:ext cx="152400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4056608"/>
            <a:ext cx="15240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4776638"/>
            <a:ext cx="15240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2384970"/>
            <a:ext cx="4030860" cy="3276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BBF24"/>
                </a:solidFill>
                <a:latin typeface="Hind Siliguri"/>
              </a:rPr>
              <a:t>তানজিফ মেম্বারশিপ আইডি জেনারেটর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1209675"/>
            <a:ext cx="106489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Hind Siliguri"/>
              </a:rPr>
              <a:t>সব শিক্ষার্থীর জন্য অনন্য এবং প্রেস্টিজিয়াস ডিজিটাল পরিচয়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2050" y="2775495"/>
            <a:ext cx="3249810" cy="209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b="1" sz="8250" i="0" u="none">
                <a:solidFill>
                  <a:srgbClr val="FBBF24"/>
                </a:solidFill>
                <a:latin typeface="Poppins"/>
              </a:rPr>
              <a:t>10-Digit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050" y="4966245"/>
            <a:ext cx="324981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CBD5E1"/>
                </a:solidFill>
                <a:latin typeface="Hind Siliguri SemiBold"/>
              </a:rPr>
              <a:t>ইউনিক আইডি স্ট্রাকচার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3885" y="3093690"/>
            <a:ext cx="6348918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8FAFC"/>
                </a:solidFill>
                <a:latin typeface="Hind Siliguri"/>
              </a:rPr>
              <a:t>প্রফেশনাল আইডেন্টিটি এবং প্রাইড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73885" y="3665190"/>
            <a:ext cx="6046589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Hind Siliguri"/>
              </a:rPr>
              <a:t>প্রত্যেক ছাত্র বা সদস্যের ভেরিফিকেশন সম্পন্ন হওয়ার পর নোড ব্যাকএন্ড থেকে এই বিশেষ ১০ সংখ্যার আইডি কার্ড দেওয়া হবে।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3885" y="4404270"/>
            <a:ext cx="6046589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Hind Siliguri"/>
              </a:rPr>
              <a:t>এটি শুধু একটি ট্র্যাকিং নাম্বার নয়, এটি তানজিফ একাডেমির যেকোনো পেইড কোর্সের এক্সেস মেটেরিয়াল ডাউনলোড এবং অফিশিয়াল মেম্বার হিসেবে নিজেকে তুলে ধরার প্রধান চাবিকাঠি।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2599283"/>
            <a:ext cx="10648950" cy="28479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BBF24"/>
                </a:solidFill>
                <a:latin typeface="Hind Siliguri"/>
              </a:rPr>
              <a:t>ডেভলপমেন্ট বনাম প্রোডাকশন সার্ভার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1209675"/>
            <a:ext cx="106489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Hind Siliguri"/>
              </a:rPr>
              <a:t>লোকাল হোস্টিং থেকে কাস্টম ডোমেইনে রূপান্তরের তুলনামূলক বিশ্লেষণ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81050" y="2608808"/>
          <a:ext cx="10629898" cy="2828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719982"/>
                <a:gridCol w="3817590"/>
                <a:gridCol w="4092326"/>
              </a:tblGrid>
              <a:tr h="565785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BBF24"/>
                          </a:solidFill>
                          <a:latin typeface="Hind Siliguri SemiBold"/>
                        </a:rPr>
                        <a:t>ফিচার ক্যাটাগরি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BBF24"/>
                          </a:solidFill>
                          <a:latin typeface="Hind Siliguri SemiBold"/>
                        </a:rPr>
                        <a:t>লোকাল টেস্ট রান (Localhost)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BBF24"/>
                          </a:solidFill>
                          <a:latin typeface="Hind Siliguri SemiBold"/>
                        </a:rPr>
                        <a:t>কাস্টম ডোমেইন (Live)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Hind Siliguri"/>
                        </a:rPr>
                        <a:t>হোস্টিং কানেকশন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Hind Siliguri"/>
                        </a:rPr>
                        <a:t>পিসির লোকাল আইপি (localhost:5000)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Hind Siliguri"/>
                        </a:rPr>
                        <a:t>Render / VPS ক্লাউড হোস্টিং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Hind Siliguri"/>
                        </a:rPr>
                        <a:t>ইউজার ফাইল স্টোরেজ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Hind Siliguri"/>
                        </a:rPr>
                        <a:t>র‍্যাম এবং টেম্পোরারি লোকাল ফাইল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Hind Siliguri"/>
                        </a:rPr>
                        <a:t>MongoDB / MySQL ক্লাউড ডেটাবেজ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Hind Siliguri"/>
                        </a:rPr>
                        <a:t>মেইলিং সিস্টেম (Nodemailer)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Hind Siliguri"/>
                        </a:rPr>
                        <a:t>টেস্টিং মেইলবক্স (Ethereal Email)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Hind Siliguri"/>
                        </a:rPr>
                        <a:t>info@tanjifacademy.com (অফিশিয়াল মেইল)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Hind Siliguri"/>
                        </a:rPr>
                        <a:t>ডোমেইন অ্যাক্সেসিবিলিটি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Hind Siliguri"/>
                        </a:rPr>
                        <a:t>শুধুমাত্র আপনার পিসি অন থাকলে কাজ করবে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Hind Siliguri"/>
                        </a:rPr>
                        <a:t>২৪ ঘণ্টা যেকোনো ডিভাইস থেকে গ্লোবালি লাইভ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81050" y="3185070"/>
            <a:ext cx="271998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01032" y="3185070"/>
            <a:ext cx="38175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8623" y="3185070"/>
            <a:ext cx="409232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1050" y="3747045"/>
            <a:ext cx="271998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01032" y="3747045"/>
            <a:ext cx="38175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8623" y="3747045"/>
            <a:ext cx="409232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050" y="4309020"/>
            <a:ext cx="271998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1032" y="4309020"/>
            <a:ext cx="38175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8623" y="4309020"/>
            <a:ext cx="409232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050" y="4870995"/>
            <a:ext cx="271998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01032" y="4870995"/>
            <a:ext cx="38175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8623" y="4870995"/>
            <a:ext cx="409232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2803177"/>
            <a:ext cx="5181600" cy="24401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803177"/>
            <a:ext cx="5181600" cy="24401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BBF24"/>
                </a:solidFill>
                <a:latin typeface="Hind Siliguri"/>
              </a:rPr>
              <a:t>ফ্রন্টএন্ড এবং ব্যাকএন্ড দায়িত্ব বিভাজন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1209675"/>
            <a:ext cx="106489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Hind Siliguri"/>
              </a:rPr>
              <a:t>নিখুঁত কাজের ধারাবাহিকতা বজায় রাখতে দুই প্রান্তের সমন্বয়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425" y="3146077"/>
            <a:ext cx="472059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BBF24"/>
                </a:solidFill>
                <a:latin typeface="Hind Siliguri"/>
              </a:rPr>
              <a:t>ফ্রন্টএন্ড (HTML, CSS, JS)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425" y="3660427"/>
            <a:ext cx="44958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Hind Siliguri"/>
              </a:rPr>
              <a:t>দ্বায়িত্ব:</a:t>
            </a:r>
            <a:r>
              <a:rPr b="0" sz="1350" i="0" u="none">
                <a:solidFill>
                  <a:srgbClr val="CBD5E1"/>
                </a:solidFill>
                <a:latin typeface="Hind Siliguri"/>
              </a:rPr>
              <a:t> ব্যবহারকারীর ইন্টারফেস প্রদান এবং ইনপুট তথ্য সংগ্রহ করা।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425" y="4077592"/>
            <a:ext cx="44958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Hind Siliguri"/>
              </a:rPr>
              <a:t>এটি গিটহাবের সাথে যুক্ত হয়ে ভার্সেল (Vercel) সার্ভার দিয়ে লাইভ করা হবে। ব্যবহারকারী যখন মেইল ও ফোন নাম্বার প্রদান করবেন, ফ্রন্টএন্ড সেটি ব্যাকএন্ড এপিআই লিঙ্কে পুশ করে দেবে।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3146077"/>
            <a:ext cx="472059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BBF24"/>
                </a:solidFill>
                <a:latin typeface="Hind Siliguri"/>
              </a:rPr>
              <a:t>ব্যাকএন্ড (NodeJS, Express)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3660427"/>
            <a:ext cx="44958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Hind Siliguri"/>
              </a:rPr>
              <a:t>দ্বায়িত্ব:</a:t>
            </a:r>
            <a:r>
              <a:rPr b="0" sz="1350" i="0" u="none">
                <a:solidFill>
                  <a:srgbClr val="CBD5E1"/>
                </a:solidFill>
                <a:latin typeface="Hind Siliguri"/>
              </a:rPr>
              <a:t> ওটিপি জেনারেশন, মেইলিং এবং ইউনিক আইডি প্রসেসিং।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4077592"/>
            <a:ext cx="44958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Hind Siliguri"/>
              </a:rPr>
              <a:t>এটি রেন্ডার (Render) বা ভিপিএস হোস্টিংয়ে রান করবে। ডাটা প্রসেস করে মেম্বারশিপ মেগা আইডি তৈরি করা এবং ওটিপি চেক করে সঠিক রেজাল্ট ফ্রন্টএন্ডে ব্যাক করাই এর প্রধান কাজ।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1769715"/>
            <a:ext cx="10648950" cy="45072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BBF24"/>
                </a:solidFill>
                <a:latin typeface="Hind Siliguri"/>
              </a:rPr>
              <a:t>সার্ভার রেসপন্স টাইম তুলনা (ms)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1209675"/>
            <a:ext cx="106489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Hind Siliguri"/>
              </a:rPr>
              <a:t>বিভিন্ন আর্কিটেকচারাল ফ্লো অনুযায়ী স্পিড টেস্ট সিমুলেশন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4733925"/>
            <a:ext cx="106489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1" u="none">
                <a:solidFill>
                  <a:srgbClr val="94A3B8"/>
                </a:solidFill>
                <a:latin typeface="Hind Siliguri"/>
              </a:rPr>
              <a:t>কাস্টম ক্লাউড ভিপিএস হোস্টিং এবং একই লোকেশনের ইমেইল সার্ভার ব্যবহারে লেটেন্সি কমে গিয়ে রেসপন্স স্পিড অর্ধেকেরও বেশি উন্নত করা সম্ভব।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1769715"/>
            <a:ext cx="10648950" cy="45072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BBF24"/>
                </a:solidFill>
                <a:latin typeface="Hind Siliguri"/>
              </a:rPr>
              <a:t>মেম্বারশিপ ও ইউজার গ্রোথ প্রজেকশন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1209675"/>
            <a:ext cx="106489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Hind Siliguri"/>
              </a:rPr>
              <a:t>তানজিফ একাডেমির পরবর্তী ৪টি প্রান্তিকের আনুমানিক ইউজার বৃদ্ধির ধারা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2278409"/>
            <a:ext cx="10648950" cy="103629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3505200"/>
            <a:ext cx="10648950" cy="103629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4731990"/>
            <a:ext cx="10648950" cy="10362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BBF24"/>
                </a:solidFill>
                <a:latin typeface="Hind Siliguri"/>
              </a:rPr>
              <a:t>লোকাল মেশিন রান এবং টেস্ট গাইড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1209675"/>
            <a:ext cx="106489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Hind Siliguri"/>
              </a:rPr>
              <a:t>আপনার পিসিতে সার্ভারটি সচল করতে ক্রমানুসারে এই ধাপগুলো অনুসরণ করুন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175" y="2478434"/>
            <a:ext cx="428625" cy="4286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175" y="3705225"/>
            <a:ext cx="428625" cy="4286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175" y="4932015"/>
            <a:ext cx="428625" cy="4286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3950" y="2607022"/>
            <a:ext cx="219075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38300" y="2478434"/>
            <a:ext cx="7119171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Hind Siliguri"/>
              </a:rPr>
              <a:t>১. ডিপেন্ডেন্সি ইনস্টল করা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38300" y="2830859"/>
            <a:ext cx="6780162" cy="283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Hind Siliguri"/>
              </a:rPr>
              <a:t>আপনার ফোল্ডারে এসে টার্মিনালে লিখুন </a:t>
            </a:r>
            <a:r>
              <a:rPr b="0" sz="1350" i="0" u="none">
                <a:solidFill>
                  <a:srgbClr val="CBD5E1"/>
                </a:solidFill>
                <a:latin typeface="Hind Siliguri"/>
              </a:rPr>
              <a:t>npm install</a:t>
            </a:r>
            <a:r>
              <a:rPr b="0" sz="1350" i="0" u="none">
                <a:solidFill>
                  <a:srgbClr val="CBD5E1"/>
                </a:solidFill>
                <a:latin typeface="Hind Siliguri"/>
              </a:rPr>
              <a:t> বা প্রয়োজনীয় মডিউলগুলো ম্যানুয়ালি রান করুন।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66812" y="3833812"/>
            <a:ext cx="133350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38300" y="3705225"/>
            <a:ext cx="777331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Hind Siliguri"/>
              </a:rPr>
              <a:t>২. ব্যাকএন্ড সার্ভার স্টার্ট করা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38300" y="4057650"/>
            <a:ext cx="7403157" cy="283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Hind Siliguri"/>
              </a:rPr>
              <a:t>টার্মিনালে </a:t>
            </a:r>
            <a:r>
              <a:rPr b="0" sz="1350" i="0" u="none">
                <a:solidFill>
                  <a:srgbClr val="CBD5E1"/>
                </a:solidFill>
                <a:latin typeface="Hind Siliguri"/>
              </a:rPr>
              <a:t>node server.js</a:t>
            </a:r>
            <a:r>
              <a:rPr b="0" sz="1350" i="0" u="none">
                <a:solidFill>
                  <a:srgbClr val="CBD5E1"/>
                </a:solidFill>
                <a:latin typeface="Hind Siliguri"/>
              </a:rPr>
              <a:t> লিখে এন্টার দিন। স্ক্রিনে "Server running on port 5000" মেসেজটি কনফার্ম করুন।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38300" y="4932015"/>
            <a:ext cx="7873171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Hind Siliguri"/>
              </a:rPr>
              <a:t>৩. ফ্রন্টএন্ড ব্রাউজারে রান করা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38300" y="5284440"/>
            <a:ext cx="7498258" cy="283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Hind Siliguri"/>
              </a:rPr>
              <a:t>আপনার কাস্টম ও মডিফাইড </a:t>
            </a:r>
            <a:r>
              <a:rPr b="0" sz="1350" i="0" u="none">
                <a:solidFill>
                  <a:srgbClr val="CBD5E1"/>
                </a:solidFill>
                <a:latin typeface="Hind Siliguri"/>
              </a:rPr>
              <a:t>auth.html</a:t>
            </a:r>
            <a:r>
              <a:rPr b="0" sz="1350" i="0" u="none">
                <a:solidFill>
                  <a:srgbClr val="CBD5E1"/>
                </a:solidFill>
                <a:latin typeface="Hind Siliguri"/>
              </a:rPr>
              <a:t> (তানজিফ একাডেমি ব্র্যান্ডেড) পেজটি ওপেন করে রেজিস্ট্রেশন ফ্লো টেস্ট করুন।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90750" y="2185987"/>
            <a:ext cx="7810500" cy="194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825"/>
              </a:lnSpc>
            </a:pPr>
            <a:r>
              <a:rPr b="0" sz="2550" i="0" u="none">
                <a:solidFill>
                  <a:srgbClr val="F8FAFC"/>
                </a:solidFill>
                <a:latin typeface="Hind Siliguri SemiBold"/>
              </a:rPr>
              <a:t>"তানজিফ একাডেমির মূল লক্ষ্য মানুষের জীবনকে অলসতা মুক্ত করে সফল ক্যারিয়ার স্কিল শেখানো এবং জ্ঞানের শুদ্ধ আলো ছড়িয়ে নিজেকে একজন প্রকৃত জ্ঞান অন্বেষণকারী হিসেবে গড়ে তুলতে সাহায্য করা।"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33912" y="4367212"/>
            <a:ext cx="29241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Hind Siliguri"/>
              </a:rPr>
              <a:t>— রনি ভাই, প্রতিষ্ঠাতা, তানজিফ একাডেমি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709737"/>
            <a:ext cx="542925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0"/>
              </a:lnSpc>
            </a:pPr>
            <a:r>
              <a:rPr b="0" sz="9000" i="0" u="none">
                <a:solidFill>
                  <a:srgbClr val="FBBF24"/>
                </a:solidFill>
                <a:latin typeface="Poppins SemiBold"/>
              </a:rPr>
              <a:t>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50569" y="2179290"/>
            <a:ext cx="6890861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FBBF24"/>
                </a:solidFill>
                <a:latin typeface="Hind Siliguri"/>
              </a:rPr>
              <a:t>প্রশ্ন এবং জিজ্ঞাসা?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14637" y="3427065"/>
            <a:ext cx="6562725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94A3B8"/>
                </a:solidFill>
                <a:latin typeface="Hind Siliguri"/>
              </a:rPr>
              <a:t>তানজিফ একাডেমি প্রজেক্টের প্রথম লোকাল মাইলস্টোন সফলভাবে সম্পন্ন হয়েছে।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5687" y="4307085"/>
            <a:ext cx="190500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29062" y="4278510"/>
            <a:ext cx="17240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F8FAFC"/>
                </a:solidFill>
                <a:latin typeface="Hind Siliguri"/>
              </a:rPr>
              <a:t>tanjifacademy.com (আসন্ন)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637" y="4307085"/>
            <a:ext cx="19050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58012" y="4278510"/>
            <a:ext cx="16383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F8FAFC"/>
                </a:solidFill>
                <a:latin typeface="Hind Siliguri"/>
              </a:rPr>
              <a:t>info@tanjifacademy.com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